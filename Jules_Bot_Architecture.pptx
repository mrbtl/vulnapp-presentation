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6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269FDA"/>
                </a:solidFill>
                <a:latin typeface="Calibri"/>
              </a:rPr>
              <a:t>Jules 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Telegram Automation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24912"/>
            <a:ext cx="1280160" cy="45720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A9BBF"/>
                </a:solidFill>
                <a:latin typeface="Calibri"/>
              </a:rPr>
              <a:t>dla VulnApp-Light · rafserver</a:t>
            </a:r>
          </a:p>
        </p:txBody>
      </p:sp>
      <p:sp>
        <p:nvSpPr>
          <p:cNvPr id="8" name="Oval 7"/>
          <p:cNvSpPr/>
          <p:nvPr/>
        </p:nvSpPr>
        <p:spPr>
          <a:xfrm>
            <a:off x="5760720" y="685800"/>
            <a:ext cx="1645920" cy="1371600"/>
          </a:xfrm>
          <a:prstGeom prst="ellipse">
            <a:avLst/>
          </a:prstGeom>
          <a:solidFill>
            <a:srgbClr val="004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0" y="685800"/>
            <a:ext cx="1645920" cy="1371600"/>
          </a:xfrm>
          <a:prstGeom prst="rect">
            <a:avLst/>
          </a:prstGeom>
          <a:solidFill>
            <a:srgbClr val="004523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79008" y="804672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676"/>
                </a:solidFill>
                <a:latin typeface="Calibri"/>
              </a:rPr>
              <a:t>jules_listener.sh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79008" y="1207008"/>
            <a:ext cx="16093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BBF"/>
                </a:solidFill>
                <a:latin typeface="Calibri"/>
              </a:rPr>
              <a:t>systemd
long-poll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0" y="685800"/>
            <a:ext cx="1645920" cy="1371600"/>
          </a:xfrm>
          <a:prstGeom prst="ellipse">
            <a:avLst/>
          </a:prstGeom>
          <a:solidFill>
            <a:srgbClr val="0B2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03920" y="685800"/>
            <a:ext cx="1645920" cy="1371600"/>
          </a:xfrm>
          <a:prstGeom prst="rect">
            <a:avLst/>
          </a:prstGeom>
          <a:solidFill>
            <a:srgbClr val="0B2F41"/>
          </a:solidFill>
          <a:ln w="25400">
            <a:solidFill>
              <a:srgbClr val="269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804672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69FDA"/>
                </a:solidFill>
                <a:latin typeface="Calibri"/>
              </a:rPr>
              <a:t>jules_actions.sh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1207008"/>
            <a:ext cx="16093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BBF"/>
                </a:solidFill>
                <a:latin typeface="Calibri"/>
              </a:rPr>
              <a:t>brain
2-phase</a:t>
            </a:r>
          </a:p>
        </p:txBody>
      </p:sp>
      <p:sp>
        <p:nvSpPr>
          <p:cNvPr id="16" name="Oval 15"/>
          <p:cNvSpPr/>
          <p:nvPr/>
        </p:nvSpPr>
        <p:spPr>
          <a:xfrm>
            <a:off x="5760720" y="2971800"/>
            <a:ext cx="1645920" cy="1371600"/>
          </a:xfrm>
          <a:prstGeom prst="ellipse">
            <a:avLst/>
          </a:prstGeom>
          <a:solidFill>
            <a:srgbClr val="3D2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2971800"/>
            <a:ext cx="1645920" cy="1371600"/>
          </a:xfrm>
          <a:prstGeom prst="rect">
            <a:avLst/>
          </a:prstGeom>
          <a:solidFill>
            <a:srgbClr val="3D234C"/>
          </a:solidFill>
          <a:ln w="25400">
            <a:solidFill>
              <a:srgbClr val="CC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79008" y="3090672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77FF"/>
                </a:solidFill>
                <a:latin typeface="Calibri"/>
              </a:rPr>
              <a:t>jules_review.sh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79008" y="3493008"/>
            <a:ext cx="16093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BBF"/>
                </a:solidFill>
                <a:latin typeface="Calibri"/>
              </a:rPr>
              <a:t>cron
5 min</a:t>
            </a:r>
          </a:p>
        </p:txBody>
      </p:sp>
      <p:sp>
        <p:nvSpPr>
          <p:cNvPr id="20" name="Oval 19"/>
          <p:cNvSpPr/>
          <p:nvPr/>
        </p:nvSpPr>
        <p:spPr>
          <a:xfrm>
            <a:off x="8503920" y="2971800"/>
            <a:ext cx="1645920" cy="1371600"/>
          </a:xfrm>
          <a:prstGeom prst="ellipse">
            <a:avLst/>
          </a:prstGeom>
          <a:solidFill>
            <a:srgbClr val="4C3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03920" y="2971800"/>
            <a:ext cx="1645920" cy="1371600"/>
          </a:xfrm>
          <a:prstGeom prst="rect">
            <a:avLst/>
          </a:prstGeom>
          <a:solidFill>
            <a:srgbClr val="4C3900"/>
          </a:solidFill>
          <a:ln w="2540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8" y="3090672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BF00"/>
                </a:solidFill>
                <a:latin typeface="Calibri"/>
              </a:rPr>
              <a:t>debate.sh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3493008"/>
            <a:ext cx="16093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BBF"/>
                </a:solidFill>
                <a:latin typeface="Calibri"/>
              </a:rPr>
              <a:t>Claude ↔
Gemini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1264158"/>
            <a:ext cx="1005840" cy="3200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0" y="1207008"/>
            <a:ext cx="45720" cy="14630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58200" y="1236268"/>
            <a:ext cx="36576" cy="8778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94776" y="1265529"/>
            <a:ext cx="27432" cy="292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67678" y="2057400"/>
            <a:ext cx="32004" cy="822960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10528" y="2880360"/>
            <a:ext cx="146304" cy="45720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39788" y="2926080"/>
            <a:ext cx="87782" cy="36576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69049" y="2962656"/>
            <a:ext cx="29260" cy="27432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10878" y="2057400"/>
            <a:ext cx="32004" cy="822960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53728" y="2880360"/>
            <a:ext cx="146304" cy="45720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82988" y="2926080"/>
            <a:ext cx="87782" cy="36576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12249" y="2962656"/>
            <a:ext cx="29260" cy="27432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06640" y="3550158"/>
            <a:ext cx="1005840" cy="3200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12480" y="3493008"/>
            <a:ext cx="45720" cy="14630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58200" y="3522268"/>
            <a:ext cx="36576" cy="87782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94776" y="3551529"/>
            <a:ext cx="27432" cy="2926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52160" y="6263640"/>
            <a:ext cx="201168" cy="201168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08192" y="62362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BBF"/>
                </a:solidFill>
                <a:latin typeface="Calibri"/>
              </a:rPr>
              <a:t>Telegram API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14032" y="6263640"/>
            <a:ext cx="201168" cy="201168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70064" y="62362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BBF"/>
                </a:solidFill>
                <a:latin typeface="Calibri"/>
              </a:rPr>
              <a:t>Claude / Gemini AI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75904" y="6263640"/>
            <a:ext cx="201168" cy="20116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31936" y="62362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BBF"/>
                </a:solidFill>
                <a:latin typeface="Calibri"/>
              </a:rPr>
              <a:t>Server / systemd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37776" y="6263640"/>
            <a:ext cx="201168" cy="201168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93808" y="62362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BBF"/>
                </a:solidFill>
                <a:latin typeface="Calibri"/>
              </a:rPr>
              <a:t>State files / cron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899648" y="6263640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55680" y="62362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BBF"/>
                </a:solidFill>
                <a:latin typeface="Calibri"/>
              </a:rPr>
              <a:t>GitHub CLI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8136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E5FF"/>
                </a:solidFill>
                <a:latin typeface="Calibri"/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7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Mapa Zależności —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9BBF"/>
                </a:solidFill>
                <a:latin typeface="Calibri"/>
              </a:rPr>
              <a:t>Wszystkie komponenty i połączenia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417320"/>
            <a:ext cx="1645920" cy="685800"/>
          </a:xfrm>
          <a:prstGeom prst="roundRect">
            <a:avLst>
              <a:gd name="adj" fmla="val 6000"/>
            </a:avLst>
          </a:prstGeom>
          <a:solidFill>
            <a:srgbClr val="0F2844"/>
          </a:solidFill>
          <a:ln w="19050">
            <a:solidFill>
              <a:srgbClr val="269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📱 User
iPhone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417320"/>
            <a:ext cx="2011680" cy="685800"/>
          </a:xfrm>
          <a:prstGeom prst="roundRect">
            <a:avLst>
              <a:gd name="adj" fmla="val 6000"/>
            </a:avLst>
          </a:prstGeom>
          <a:solidFill>
            <a:srgbClr val="06385C"/>
          </a:solidFill>
          <a:ln w="19050">
            <a:solidFill>
              <a:srgbClr val="269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69FDA"/>
                </a:solidFill>
                <a:latin typeface="Calibri"/>
              </a:rPr>
              <a:t>☁️  Telegram API
api.telegram.org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417320"/>
            <a:ext cx="2011680" cy="68580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🐙  GitHub API
mrBTL/VulnApp-Light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417320"/>
            <a:ext cx="2103120" cy="685800"/>
          </a:xfrm>
          <a:prstGeom prst="roundRect">
            <a:avLst>
              <a:gd name="adj" fmla="val 6000"/>
            </a:avLst>
          </a:prstGeom>
          <a:solidFill>
            <a:srgbClr val="2A0A44"/>
          </a:solidFill>
          <a:ln w="19050">
            <a:solidFill>
              <a:srgbClr val="CC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C77FF"/>
                </a:solidFill>
                <a:latin typeface="Calibri"/>
              </a:rPr>
              <a:t>🤖  Claude API
sonnet-4-6 / haiku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49840" y="1417320"/>
            <a:ext cx="1783080" cy="685800"/>
          </a:xfrm>
          <a:prstGeom prst="roundRect">
            <a:avLst>
              <a:gd name="adj" fmla="val 6000"/>
            </a:avLst>
          </a:prstGeom>
          <a:solidFill>
            <a:srgbClr val="0D2A1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E676"/>
                </a:solidFill>
                <a:latin typeface="Calibri"/>
              </a:rPr>
              <a:t>✨  Gemini
gemini -p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" y="2834640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062A1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0E676"/>
                </a:solidFill>
                <a:latin typeface="Calibri"/>
              </a:rPr>
              <a:t>⚙️  jules-listener.service
(systemd, autostart)
long-poll timeout=30s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260604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062850"/>
          </a:solidFill>
          <a:ln w="31750">
            <a:solidFill>
              <a:srgbClr val="269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69FDA"/>
                </a:solidFill>
                <a:latin typeface="Calibri"/>
              </a:rPr>
              <a:t>🧠  jules_actions.sh
lock: PID + flock
2-phase: plan → confirm → exec
history · context · routing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651760"/>
            <a:ext cx="868680" cy="457200"/>
          </a:xfrm>
          <a:prstGeom prst="roundRect">
            <a:avLst>
              <a:gd name="adj" fmla="val 6000"/>
            </a:avLst>
          </a:prstGeom>
          <a:solidFill>
            <a:srgbClr val="2A1A00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BF00"/>
                </a:solidFill>
                <a:latin typeface="Calibri"/>
              </a:rPr>
              <a:t>.tg_offset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200400"/>
            <a:ext cx="868680" cy="457200"/>
          </a:xfrm>
          <a:prstGeom prst="roundRect">
            <a:avLst>
              <a:gd name="adj" fmla="val 6000"/>
            </a:avLst>
          </a:prstGeom>
          <a:solidFill>
            <a:srgbClr val="2A1A00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BF00"/>
                </a:solidFill>
                <a:latin typeface="Calibri"/>
              </a:rPr>
              <a:t>.tg_history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651760"/>
            <a:ext cx="1005840" cy="457200"/>
          </a:xfrm>
          <a:prstGeom prst="roundRect">
            <a:avLst>
              <a:gd name="adj" fmla="val 6000"/>
            </a:avLst>
          </a:prstGeom>
          <a:solidFill>
            <a:srgbClr val="2A1A00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BF00"/>
                </a:solidFill>
                <a:latin typeface="Calibri"/>
              </a:rPr>
              <a:t>.pending_action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3200400"/>
            <a:ext cx="1005840" cy="457200"/>
          </a:xfrm>
          <a:prstGeom prst="roundRect">
            <a:avLst>
              <a:gd name="adj" fmla="val 6000"/>
            </a:avLst>
          </a:prstGeom>
          <a:solidFill>
            <a:srgbClr val="2A1A00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BF00"/>
                </a:solidFill>
                <a:latin typeface="Calibri"/>
              </a:rPr>
              <a:t>.pending_jules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651760"/>
            <a:ext cx="1005840" cy="457200"/>
          </a:xfrm>
          <a:prstGeom prst="roundRect">
            <a:avLst>
              <a:gd name="adj" fmla="val 6000"/>
            </a:avLst>
          </a:prstGeom>
          <a:solidFill>
            <a:srgbClr val="2A1A00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BF00"/>
                </a:solidFill>
                <a:latin typeface="Calibri"/>
              </a:rPr>
              <a:t>.debate_topic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3957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BF00"/>
                </a:solidFill>
                <a:latin typeface="Calibri"/>
              </a:rPr>
              <a:t>STATE FILES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" y="4480560"/>
            <a:ext cx="2286000" cy="822960"/>
          </a:xfrm>
          <a:prstGeom prst="roundRect">
            <a:avLst>
              <a:gd name="adj" fmla="val 6000"/>
            </a:avLst>
          </a:prstGeom>
          <a:solidFill>
            <a:srgbClr val="1A062A"/>
          </a:solidFill>
          <a:ln w="19050">
            <a:solidFill>
              <a:srgbClr val="CC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CC77FF"/>
                </a:solidFill>
                <a:latin typeface="Calibri"/>
              </a:rPr>
              <a:t>🔄  jules_review.sh
cron każde 5 min
1 PR per run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4617720"/>
            <a:ext cx="1005840" cy="457200"/>
          </a:xfrm>
          <a:prstGeom prst="roundRect">
            <a:avLst>
              <a:gd name="adj" fmla="val 6000"/>
            </a:avLst>
          </a:prstGeom>
          <a:solidFill>
            <a:srgbClr val="2A1A00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BF00"/>
                </a:solidFill>
                <a:latin typeface="Calibri"/>
              </a:rPr>
              <a:t>.reviewed_prs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480560"/>
            <a:ext cx="2011680" cy="822960"/>
          </a:xfrm>
          <a:prstGeom prst="roundRect">
            <a:avLst>
              <a:gd name="adj" fmla="val 6000"/>
            </a:avLst>
          </a:prstGeom>
          <a:solidFill>
            <a:srgbClr val="1A1500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BF00"/>
                </a:solidFill>
                <a:latin typeface="Calibri"/>
              </a:rPr>
              <a:t>🗣️  debate.sh
Claude ↔ Gemini rounds
max 6 · consensus check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4480560"/>
            <a:ext cx="1920240" cy="822960"/>
          </a:xfrm>
          <a:prstGeom prst="roundRect">
            <a:avLst>
              <a:gd name="adj" fmla="val 6000"/>
            </a:avLst>
          </a:prstGeom>
          <a:solidFill>
            <a:srgbClr val="10221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0E676"/>
                </a:solidFill>
                <a:latin typeface="Calibri"/>
              </a:rPr>
              <a:t>🤖  Jules AI
(remote agent)
jules new --repo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1767078"/>
            <a:ext cx="411481" cy="32004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0" y="1709928"/>
            <a:ext cx="45720" cy="146304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31720" y="1739188"/>
            <a:ext cx="36576" cy="87782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68296" y="1768449"/>
            <a:ext cx="27432" cy="29260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468880" y="1977390"/>
            <a:ext cx="-594361" cy="32004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423160" y="1920240"/>
            <a:ext cx="45720" cy="146304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86584" y="1949500"/>
            <a:ext cx="36576" cy="87782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77440" y="1978761"/>
            <a:ext cx="27432" cy="29260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52878" y="2103120"/>
            <a:ext cx="32004" cy="640080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95728" y="2743200"/>
            <a:ext cx="146304" cy="45720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424988" y="2788920"/>
            <a:ext cx="87782" cy="36576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54249" y="2825496"/>
            <a:ext cx="29260" cy="27432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87168" y="23317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69FDA"/>
                </a:solidFill>
                <a:latin typeface="Calibri"/>
              </a:rPr>
              <a:t>getUpdates
poll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14600" y="3321558"/>
            <a:ext cx="320040" cy="3200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34640" y="3264408"/>
            <a:ext cx="45720" cy="14630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80360" y="3293668"/>
            <a:ext cx="36576" cy="8778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916936" y="3322929"/>
            <a:ext cx="27432" cy="292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0320" y="31546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E676"/>
                </a:solidFill>
                <a:latin typeface="Calibri"/>
              </a:rPr>
              <a:t>trigger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67278" y="2194560"/>
            <a:ext cx="32004" cy="411480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10128" y="2148840"/>
            <a:ext cx="146304" cy="45720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339388" y="2112264"/>
            <a:ext cx="87782" cy="36576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368649" y="2103120"/>
            <a:ext cx="29260" cy="27432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12848" y="23042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69FDA"/>
                </a:solidFill>
                <a:latin typeface="Calibri"/>
              </a:rPr>
              <a:t>sendMessage
bottons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1812798"/>
            <a:ext cx="-137160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46320" y="1755648"/>
            <a:ext cx="45720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92040" y="1784908"/>
            <a:ext cx="36576" cy="8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28616" y="1814169"/>
            <a:ext cx="27432" cy="292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40680" y="162763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gh cli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2955798"/>
            <a:ext cx="1280160" cy="32004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98080" y="2898648"/>
            <a:ext cx="45720" cy="146304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43800" y="2927908"/>
            <a:ext cx="36576" cy="87782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0376" y="2957169"/>
            <a:ext cx="27432" cy="29260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37960" y="2788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77FF"/>
                </a:solidFill>
                <a:latin typeface="Calibri"/>
              </a:rPr>
              <a:t>plan
phase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3321558"/>
            <a:ext cx="1280160" cy="32004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498080" y="3264408"/>
            <a:ext cx="45720" cy="146304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543800" y="3293668"/>
            <a:ext cx="36576" cy="8778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580376" y="3322929"/>
            <a:ext cx="27432" cy="2926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92240" y="331012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4545"/>
                </a:solidFill>
                <a:latin typeface="Calibri"/>
              </a:rPr>
              <a:t>exec
+Bash(*)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20" y="2960370"/>
            <a:ext cx="365760" cy="2286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17920" y="3326130"/>
            <a:ext cx="365760" cy="2286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514600" y="4830318"/>
            <a:ext cx="320040" cy="3200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834640" y="4773168"/>
            <a:ext cx="45720" cy="14630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880360" y="4802428"/>
            <a:ext cx="36576" cy="87782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916936" y="4831689"/>
            <a:ext cx="27432" cy="2926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514600" y="4876038"/>
            <a:ext cx="4983480" cy="32004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498080" y="4818888"/>
            <a:ext cx="45720" cy="146304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543800" y="4848148"/>
            <a:ext cx="36576" cy="87782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80376" y="4877409"/>
            <a:ext cx="27432" cy="29260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29200" y="468172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77FF"/>
                </a:solidFill>
                <a:latin typeface="Calibri"/>
              </a:rPr>
              <a:t>review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55998" y="3977639"/>
            <a:ext cx="32004" cy="411481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498848" y="4389120"/>
            <a:ext cx="146304" cy="4572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528108" y="4434840"/>
            <a:ext cx="87782" cy="36576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557369" y="4471416"/>
            <a:ext cx="29260" cy="27432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617720" y="417880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BF00"/>
                </a:solidFill>
                <a:latin typeface="Calibri"/>
              </a:rPr>
              <a:t>/debate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4711446"/>
            <a:ext cx="1097280" cy="32004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98080" y="4654296"/>
            <a:ext cx="45720" cy="146304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43800" y="4683556"/>
            <a:ext cx="36576" cy="87782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0376" y="4712817"/>
            <a:ext cx="27432" cy="29260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400800" y="4903470"/>
            <a:ext cx="3657600" cy="3200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058400" y="4846320"/>
            <a:ext cx="45720" cy="14630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104120" y="4875580"/>
            <a:ext cx="36576" cy="8778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140696" y="4904841"/>
            <a:ext cx="27432" cy="292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229600" y="473659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77FF"/>
                </a:solidFill>
                <a:latin typeface="Calibri"/>
              </a:rPr>
              <a:t>rounds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217920" y="4830318"/>
            <a:ext cx="274320" cy="3200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492240" y="4773168"/>
            <a:ext cx="45720" cy="14630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537960" y="4802428"/>
            <a:ext cx="36576" cy="8778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574536" y="4831689"/>
            <a:ext cx="27432" cy="292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236208" y="46451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E676"/>
                </a:solidFill>
                <a:latin typeface="Calibri"/>
              </a:rPr>
              <a:t>delegate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692640" y="1748790"/>
            <a:ext cx="365760" cy="32004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058400" y="1691640"/>
            <a:ext cx="45720" cy="146304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104120" y="1720900"/>
            <a:ext cx="36576" cy="87782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140696" y="1750161"/>
            <a:ext cx="27432" cy="29260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241280" y="1986534"/>
            <a:ext cx="-548640" cy="3200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195560" y="1929384"/>
            <a:ext cx="45720" cy="14630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158984" y="1958644"/>
            <a:ext cx="36576" cy="8778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149840" y="1987905"/>
            <a:ext cx="27432" cy="292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88136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E5FF"/>
                </a:solidFill>
                <a:latin typeface="Calibri"/>
              </a:rPr>
              <a:t>02 /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7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Przepływ Wiadomości — State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9BBF"/>
                </a:solidFill>
                <a:latin typeface="Calibri"/>
              </a:rPr>
              <a:t>Od Telegram → Plan → Confirm → Exec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371600"/>
            <a:ext cx="2011680" cy="45720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 Wiadomość z Telegram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1995678" y="1828800"/>
            <a:ext cx="32004" cy="1828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38528" y="2011680"/>
            <a:ext cx="146304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7788" y="2057400"/>
            <a:ext cx="87782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97049" y="2093976"/>
            <a:ext cx="29260" cy="2743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640080" y="2103120"/>
            <a:ext cx="2743200" cy="685800"/>
          </a:xfrm>
          <a:prstGeom prst="diamond">
            <a:avLst/>
          </a:prstGeom>
          <a:solidFill>
            <a:srgbClr val="2A1000"/>
          </a:solidFill>
          <a:ln w="19050">
            <a:solidFill>
              <a:srgbClr val="FF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6060"/>
                </a:solidFill>
                <a:latin typeface="Calibri"/>
              </a:rPr>
              <a:t>PID istnieje
i działa?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430018"/>
            <a:ext cx="640080" cy="32004"/>
          </a:xfrm>
          <a:prstGeom prst="rect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23360" y="2372868"/>
            <a:ext cx="45720" cy="146304"/>
          </a:xfrm>
          <a:prstGeom prst="rect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69080" y="2402128"/>
            <a:ext cx="36576" cy="87782"/>
          </a:xfrm>
          <a:prstGeom prst="rect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05656" y="2431389"/>
            <a:ext cx="27432" cy="29260"/>
          </a:xfrm>
          <a:prstGeom prst="rect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14800" y="2244852"/>
            <a:ext cx="1188720" cy="402336"/>
          </a:xfrm>
          <a:prstGeom prst="roundRect">
            <a:avLst>
              <a:gd name="adj" fmla="val 6000"/>
            </a:avLst>
          </a:prstGeom>
          <a:solidFill>
            <a:srgbClr val="280606"/>
          </a:solidFill>
          <a:ln w="19050">
            <a:solidFill>
              <a:srgbClr val="FF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6060"/>
                </a:solidFill>
                <a:latin typeface="Calibri"/>
              </a:rPr>
              <a:t>⛔  exit(0)
already running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1351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060"/>
                </a:solidFill>
                <a:latin typeface="Calibri"/>
              </a:rPr>
              <a:t>TAK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95678" y="2788920"/>
            <a:ext cx="32004" cy="1828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38528" y="2971800"/>
            <a:ext cx="146304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67788" y="3017520"/>
            <a:ext cx="87782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97049" y="3054096"/>
            <a:ext cx="29260" cy="2743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84832" y="28072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676"/>
                </a:solidFill>
                <a:latin typeface="Calibri"/>
              </a:rPr>
              <a:t>NIE</a:t>
            </a:r>
          </a:p>
        </p:txBody>
      </p:sp>
      <p:sp>
        <p:nvSpPr>
          <p:cNvPr id="24" name="Diamond 23"/>
          <p:cNvSpPr/>
          <p:nvPr/>
        </p:nvSpPr>
        <p:spPr>
          <a:xfrm>
            <a:off x="640080" y="3063240"/>
            <a:ext cx="2743200" cy="685800"/>
          </a:xfrm>
          <a:prstGeom prst="diamond">
            <a:avLst/>
          </a:prstGeom>
          <a:solidFill>
            <a:srgbClr val="2A1000"/>
          </a:solidFill>
          <a:ln w="19050">
            <a:solidFill>
              <a:srgbClr val="FF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6060"/>
                </a:solidFill>
                <a:latin typeface="Calibri"/>
              </a:rPr>
              <a:t>from_id ==
CHAT_ID?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3390138"/>
            <a:ext cx="640080" cy="32004"/>
          </a:xfrm>
          <a:prstGeom prst="rect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23360" y="3332988"/>
            <a:ext cx="45720" cy="146304"/>
          </a:xfrm>
          <a:prstGeom prst="rect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69080" y="3362248"/>
            <a:ext cx="36576" cy="87782"/>
          </a:xfrm>
          <a:prstGeom prst="rect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05656" y="3391509"/>
            <a:ext cx="27432" cy="29260"/>
          </a:xfrm>
          <a:prstGeom prst="rect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114800" y="3204972"/>
            <a:ext cx="1234440" cy="402336"/>
          </a:xfrm>
          <a:prstGeom prst="roundRect">
            <a:avLst>
              <a:gd name="adj" fmla="val 6000"/>
            </a:avLst>
          </a:prstGeom>
          <a:solidFill>
            <a:srgbClr val="280606"/>
          </a:solidFill>
          <a:ln w="19050">
            <a:solidFill>
              <a:srgbClr val="FF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6060"/>
                </a:solidFill>
                <a:latin typeface="Calibri"/>
              </a:rPr>
              <a:t>⛔  skip
+update offset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309524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060"/>
                </a:solidFill>
                <a:latin typeface="Calibri"/>
              </a:rPr>
              <a:t>NIE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95678" y="3749040"/>
            <a:ext cx="32004" cy="1828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8528" y="3931920"/>
            <a:ext cx="146304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67788" y="3977640"/>
            <a:ext cx="87782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997049" y="4014216"/>
            <a:ext cx="29260" cy="2743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84832" y="37673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676"/>
                </a:solidFill>
                <a:latin typeface="Calibri"/>
              </a:rPr>
              <a:t>TAK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023360"/>
            <a:ext cx="2926080" cy="566928"/>
          </a:xfrm>
          <a:prstGeom prst="roundRect">
            <a:avLst>
              <a:gd name="adj" fmla="val 6000"/>
            </a:avLst>
          </a:prstGeom>
          <a:solidFill>
            <a:srgbClr val="062442"/>
          </a:solidFill>
          <a:ln w="19050">
            <a:solidFill>
              <a:srgbClr val="269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69FDA"/>
                </a:solidFill>
                <a:latin typeface="Calibri"/>
              </a:rPr>
              <a:t>🔀  COMMAND ROUTER
parsuje tekst / callback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95678" y="4590288"/>
            <a:ext cx="32004" cy="137160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38528" y="4727448"/>
            <a:ext cx="146304" cy="45720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967788" y="4773168"/>
            <a:ext cx="87782" cy="36576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97049" y="4809744"/>
            <a:ext cx="29260" cy="27432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" y="4802886"/>
            <a:ext cx="2743200" cy="32004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4078" y="4818888"/>
            <a:ext cx="32004" cy="2743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5720" y="5093208"/>
            <a:ext cx="1188720" cy="566928"/>
          </a:xfrm>
          <a:prstGeom prst="roundRect">
            <a:avLst>
              <a:gd name="adj" fmla="val 6000"/>
            </a:avLst>
          </a:prstGeom>
          <a:solidFill>
            <a:srgbClr val="0F2844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0E676"/>
                </a:solidFill>
                <a:latin typeface="Calibri"/>
              </a:rPr>
              <a:t>/status
systemctl
+ gh pr list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38478" y="4818888"/>
            <a:ext cx="32004" cy="274320"/>
          </a:xfrm>
          <a:prstGeom prst="rect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60120" y="5093208"/>
            <a:ext cx="1188720" cy="566928"/>
          </a:xfrm>
          <a:prstGeom prst="roundRect">
            <a:avLst>
              <a:gd name="adj" fmla="val 6000"/>
            </a:avLst>
          </a:prstGeom>
          <a:solidFill>
            <a:srgbClr val="0F2844"/>
          </a:solidFill>
          <a:ln w="19050">
            <a:solidFill>
              <a:srgbClr val="FF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6060"/>
                </a:solidFill>
                <a:latin typeface="Calibri"/>
              </a:rPr>
              <a:t>cancellation?
rm .pending*
Anulowano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52878" y="4818888"/>
            <a:ext cx="32004" cy="274320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874520" y="5093208"/>
            <a:ext cx="1188720" cy="566928"/>
          </a:xfrm>
          <a:prstGeom prst="roundRect">
            <a:avLst>
              <a:gd name="adj" fmla="val 6000"/>
            </a:avLst>
          </a:prstGeom>
          <a:solidFill>
            <a:srgbClr val="0F2844"/>
          </a:solidFill>
          <a:ln w="19050">
            <a:solidFill>
              <a:srgbClr val="269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69FDA"/>
                </a:solidFill>
                <a:latin typeface="Calibri"/>
              </a:rPr>
              <a:t>/menu /start
inline
keyboard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67278" y="4818888"/>
            <a:ext cx="32004" cy="27432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788920" y="5093208"/>
            <a:ext cx="1188720" cy="566928"/>
          </a:xfrm>
          <a:prstGeom prst="roundRect">
            <a:avLst>
              <a:gd name="adj" fmla="val 6000"/>
            </a:avLst>
          </a:prstGeom>
          <a:solidFill>
            <a:srgbClr val="0F2844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BF00"/>
                </a:solidFill>
                <a:latin typeface="Calibri"/>
              </a:rPr>
              <a:t>/debate
→ debate.sh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95678" y="5660136"/>
            <a:ext cx="32004" cy="164592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938528" y="5824728"/>
            <a:ext cx="146304" cy="45720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67788" y="5870448"/>
            <a:ext cx="87782" cy="36576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997049" y="5907024"/>
            <a:ext cx="29260" cy="27432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iamond 53"/>
          <p:cNvSpPr/>
          <p:nvPr/>
        </p:nvSpPr>
        <p:spPr>
          <a:xfrm>
            <a:off x="640080" y="5916168"/>
            <a:ext cx="2743200" cy="685800"/>
          </a:xfrm>
          <a:prstGeom prst="diamond">
            <a:avLst/>
          </a:prstGeom>
          <a:solidFill>
            <a:srgbClr val="201000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BF00"/>
                </a:solidFill>
                <a:latin typeface="Calibri"/>
              </a:rPr>
              <a:t>.pending_action
+ confirmation?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95678" y="6601968"/>
            <a:ext cx="32004" cy="1828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938528" y="6784848"/>
            <a:ext cx="146304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7788" y="6830568"/>
            <a:ext cx="87782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997049" y="6867144"/>
            <a:ext cx="29260" cy="2743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84832" y="66111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676"/>
                </a:solidFill>
                <a:latin typeface="Calibri"/>
              </a:rPr>
              <a:t>NIE → PLAN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83280" y="6243066"/>
            <a:ext cx="457200" cy="32004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840480" y="6185916"/>
            <a:ext cx="45720" cy="146304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886200" y="6215176"/>
            <a:ext cx="36576" cy="8778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922776" y="6244437"/>
            <a:ext cx="27432" cy="2926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3931920" y="6057900"/>
            <a:ext cx="1280160" cy="402336"/>
          </a:xfrm>
          <a:prstGeom prst="roundRect">
            <a:avLst>
              <a:gd name="adj" fmla="val 6000"/>
            </a:avLst>
          </a:prstGeom>
          <a:solidFill>
            <a:srgbClr val="280606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4545"/>
                </a:solidFill>
                <a:latin typeface="Calibri"/>
              </a:rPr>
              <a:t>→ EXEC PHASE
(prawa kolumna)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29000" y="594817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545"/>
                </a:solidFill>
                <a:latin typeface="Calibri"/>
              </a:rPr>
              <a:t>TAK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583680" y="1371600"/>
            <a:ext cx="2926080" cy="749808"/>
          </a:xfrm>
          <a:prstGeom prst="roundRect">
            <a:avLst>
              <a:gd name="adj" fmla="val 6000"/>
            </a:avLst>
          </a:prstGeom>
          <a:solidFill>
            <a:srgbClr val="10062A"/>
          </a:solidFill>
          <a:ln w="19050">
            <a:solidFill>
              <a:srgbClr val="CC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CC77FF"/>
                </a:solidFill>
                <a:latin typeface="Calibri"/>
              </a:rPr>
              <a:t>📥  PLAN PHASE
get_context():
open PRs · agents.md · git status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30718" y="2121408"/>
            <a:ext cx="32004" cy="164592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973568" y="2286000"/>
            <a:ext cx="146304" cy="45720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002828" y="2331720"/>
            <a:ext cx="87782" cy="36576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032089" y="2368296"/>
            <a:ext cx="29260" cy="27432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583680" y="2377440"/>
            <a:ext cx="2926080" cy="566928"/>
          </a:xfrm>
          <a:prstGeom prst="roundRect">
            <a:avLst>
              <a:gd name="adj" fmla="val 6000"/>
            </a:avLst>
          </a:prstGeom>
          <a:solidFill>
            <a:srgbClr val="180638"/>
          </a:solidFill>
          <a:ln w="19050">
            <a:solidFill>
              <a:srgbClr val="CC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CC77FF"/>
                </a:solidFill>
                <a:latin typeface="Calibri"/>
              </a:rPr>
              <a:t>🤖  claude -p
--model sonnet-4-6  timeout 120s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30718" y="2944368"/>
            <a:ext cx="32004" cy="164592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973568" y="3108960"/>
            <a:ext cx="146304" cy="45720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002828" y="3154680"/>
            <a:ext cx="87782" cy="36576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032089" y="3191256"/>
            <a:ext cx="29260" cy="27432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Diamond 75"/>
          <p:cNvSpPr/>
          <p:nvPr/>
        </p:nvSpPr>
        <p:spPr>
          <a:xfrm>
            <a:off x="6675120" y="3200400"/>
            <a:ext cx="2743200" cy="685800"/>
          </a:xfrm>
          <a:prstGeom prst="diamond">
            <a:avLst/>
          </a:prstGeom>
          <a:solidFill>
            <a:srgbClr val="1A0830"/>
          </a:solidFill>
          <a:ln w="19050">
            <a:solidFill>
              <a:srgbClr val="CC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CC77FF"/>
                </a:solidFill>
                <a:latin typeface="Calibri"/>
              </a:rPr>
              <a:t>response ends
with CONFIRM?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418320" y="3527298"/>
            <a:ext cx="411480" cy="3200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829800" y="3470148"/>
            <a:ext cx="45720" cy="14630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875520" y="3499408"/>
            <a:ext cx="36576" cy="87782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912096" y="3528669"/>
            <a:ext cx="27432" cy="2926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9921240" y="3241548"/>
            <a:ext cx="1417320" cy="603504"/>
          </a:xfrm>
          <a:prstGeom prst="roundRect">
            <a:avLst>
              <a:gd name="adj" fmla="val 6000"/>
            </a:avLst>
          </a:prstGeom>
          <a:solidFill>
            <a:srgbClr val="2A1A00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BF00"/>
                </a:solidFill>
                <a:latin typeface="Calibri"/>
              </a:rPr>
              <a:t>save
.pending_action
show buttons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464040" y="32232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BF00"/>
                </a:solidFill>
                <a:latin typeface="Calibri"/>
              </a:rPr>
              <a:t>TAK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030718" y="3886200"/>
            <a:ext cx="32004" cy="137160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973568" y="4023360"/>
            <a:ext cx="146304" cy="45720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002828" y="4069080"/>
            <a:ext cx="87782" cy="36576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032089" y="4105656"/>
            <a:ext cx="29260" cy="27432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119872" y="389534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77FF"/>
                </a:solidFill>
                <a:latin typeface="Calibri"/>
              </a:rPr>
              <a:t>NIE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583680" y="4114800"/>
            <a:ext cx="2926080" cy="566928"/>
          </a:xfrm>
          <a:prstGeom prst="roundRect">
            <a:avLst>
              <a:gd name="adj" fmla="val 6000"/>
            </a:avLst>
          </a:prstGeom>
          <a:solidFill>
            <a:srgbClr val="062850"/>
          </a:solidFill>
          <a:ln w="19050">
            <a:solidFill>
              <a:srgbClr val="269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69FDA"/>
                </a:solidFill>
                <a:latin typeface="Calibri"/>
              </a:rPr>
              <a:t>📤  tg_send(response)
prosta odpowiedź tekst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492240" y="5047488"/>
            <a:ext cx="3108960" cy="2057400"/>
          </a:xfrm>
          <a:prstGeom prst="rect">
            <a:avLst/>
          </a:prstGeom>
          <a:solidFill>
            <a:srgbClr val="1E0505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583680" y="509320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545"/>
                </a:solidFill>
                <a:latin typeface="Calibri"/>
              </a:rPr>
              <a:t>EXEC PHASE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583680" y="5413248"/>
            <a:ext cx="2926080" cy="566928"/>
          </a:xfrm>
          <a:prstGeom prst="roundRect">
            <a:avLst>
              <a:gd name="adj" fmla="val 6000"/>
            </a:avLst>
          </a:prstGeom>
          <a:solidFill>
            <a:srgbClr val="280606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4545"/>
                </a:solidFill>
                <a:latin typeface="Calibri"/>
              </a:rPr>
              <a:t>🤖  claude -p --allowedTools Bash(*)
timeout 300s  model: default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030718" y="5980176"/>
            <a:ext cx="32004" cy="13716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973568" y="6117336"/>
            <a:ext cx="146304" cy="4572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02828" y="6163056"/>
            <a:ext cx="87782" cy="36576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032089" y="6199632"/>
            <a:ext cx="29260" cy="2743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6583680" y="6208776"/>
            <a:ext cx="2926080" cy="566928"/>
          </a:xfrm>
          <a:prstGeom prst="roundRect">
            <a:avLst>
              <a:gd name="adj" fmla="val 6000"/>
            </a:avLst>
          </a:prstGeom>
          <a:solidFill>
            <a:srgbClr val="10101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⚙️  Bash: git · gh · curl
na serwerze rafserver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030718" y="6775704"/>
            <a:ext cx="32004" cy="137160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973568" y="6912864"/>
            <a:ext cx="146304" cy="45720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02828" y="6958584"/>
            <a:ext cx="87782" cy="36576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032089" y="6995160"/>
            <a:ext cx="29260" cy="27432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6583680" y="7004304"/>
            <a:ext cx="2926080" cy="566928"/>
          </a:xfrm>
          <a:prstGeom prst="roundRect">
            <a:avLst>
              <a:gd name="adj" fmla="val 6000"/>
            </a:avLst>
          </a:prstGeom>
          <a:solidFill>
            <a:srgbClr val="062850"/>
          </a:solidFill>
          <a:ln w="19050">
            <a:solidFill>
              <a:srgbClr val="269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69FDA"/>
                </a:solidFill>
                <a:latin typeface="Calibri"/>
              </a:rPr>
              <a:t>📤  tg_send(wynik)
+ update offset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88136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E5FF"/>
                </a:solidFill>
                <a:latin typeface="Calibri"/>
              </a:rP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7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Debate Pipeline — /debate &lt;temat&gt;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9BBF"/>
                </a:solidFill>
                <a:latin typeface="Calibri"/>
              </a:rPr>
              <a:t>Claude ↔ Gemini · max 6 rund · consensus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56048" y="1371600"/>
            <a:ext cx="2286000" cy="594360"/>
          </a:xfrm>
          <a:prstGeom prst="roundRect">
            <a:avLst>
              <a:gd name="adj" fmla="val 6000"/>
            </a:avLst>
          </a:prstGeom>
          <a:solidFill>
            <a:srgbClr val="0A203A"/>
          </a:solidFill>
          <a:ln w="19050">
            <a:solidFill>
              <a:srgbClr val="269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69FDA"/>
                </a:solidFill>
                <a:latin typeface="Calibri"/>
              </a:rPr>
              <a:t>📩  /debate &lt;temat&gt;
lub przycisk w menu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3046" y="1965960"/>
            <a:ext cx="32004" cy="164592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25896" y="2130552"/>
            <a:ext cx="146304" cy="4572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55156" y="2176272"/>
            <a:ext cx="87782" cy="36576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4417" y="2212848"/>
            <a:ext cx="29260" cy="27432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56048" y="2221992"/>
            <a:ext cx="2286000" cy="594360"/>
          </a:xfrm>
          <a:prstGeom prst="roundRect">
            <a:avLst>
              <a:gd name="adj" fmla="val 6000"/>
            </a:avLst>
          </a:prstGeom>
          <a:solidFill>
            <a:srgbClr val="201600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BF00"/>
                </a:solidFill>
                <a:latin typeface="Calibri"/>
              </a:rPr>
              <a:t>📦  load context
code · PRs · TASKS.md · agents.md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3046" y="2816352"/>
            <a:ext cx="32004" cy="13716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25896" y="2953512"/>
            <a:ext cx="146304" cy="4572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55156" y="2999232"/>
            <a:ext cx="87782" cy="36576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4417" y="3035808"/>
            <a:ext cx="29260" cy="27432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44168" y="3044952"/>
            <a:ext cx="9509760" cy="2331720"/>
          </a:xfrm>
          <a:prstGeom prst="rect">
            <a:avLst/>
          </a:prstGeom>
          <a:solidFill>
            <a:srgbClr val="0C1C0C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81328" y="30906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676"/>
                </a:solidFill>
                <a:latin typeface="Calibri"/>
              </a:rPr>
              <a:t>🔁  RUNDA (max 6)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75688" y="3410712"/>
            <a:ext cx="2560320" cy="594360"/>
          </a:xfrm>
          <a:prstGeom prst="roundRect">
            <a:avLst>
              <a:gd name="adj" fmla="val 6000"/>
            </a:avLst>
          </a:prstGeom>
          <a:solidFill>
            <a:srgbClr val="22083A"/>
          </a:solidFill>
          <a:ln w="19050">
            <a:solidFill>
              <a:srgbClr val="CC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CC77FF"/>
                </a:solidFill>
                <a:latin typeface="Calibri"/>
              </a:rPr>
              <a:t>🤖  Claude
sonnet-4-6
rola: security dev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62088" y="3410712"/>
            <a:ext cx="2560320" cy="594360"/>
          </a:xfrm>
          <a:prstGeom prst="roundRect">
            <a:avLst>
              <a:gd name="adj" fmla="val 6000"/>
            </a:avLst>
          </a:prstGeom>
          <a:solidFill>
            <a:srgbClr val="062212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0E676"/>
                </a:solidFill>
                <a:latin typeface="Calibri"/>
              </a:rPr>
              <a:t>✨  Gemini
gemini -p
rola: code reviewer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6008" y="3691890"/>
            <a:ext cx="2834640" cy="32004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70648" y="3634740"/>
            <a:ext cx="45720" cy="146304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16368" y="3664000"/>
            <a:ext cx="36576" cy="87782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52944" y="3693261"/>
            <a:ext cx="27432" cy="29260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84648" y="34335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77FF"/>
                </a:solidFill>
                <a:latin typeface="Calibri"/>
              </a:rPr>
              <a:t>powiedział Claude: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26246" y="4005072"/>
            <a:ext cx="32004" cy="1828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69096" y="4187952"/>
            <a:ext cx="146304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98356" y="4233672"/>
            <a:ext cx="87782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27617" y="4270248"/>
            <a:ext cx="29260" cy="2743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iamond 29"/>
          <p:cNvSpPr/>
          <p:nvPr/>
        </p:nvSpPr>
        <p:spPr>
          <a:xfrm>
            <a:off x="7562088" y="4279392"/>
            <a:ext cx="2560320" cy="685800"/>
          </a:xfrm>
          <a:prstGeom prst="diamond">
            <a:avLst/>
          </a:prstGeom>
          <a:solidFill>
            <a:srgbClr val="121A06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E676"/>
                </a:solidFill>
                <a:latin typeface="Calibri"/>
              </a:rPr>
              <a:t>Haiku:
CONSENSUS?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22408" y="4606290"/>
            <a:ext cx="822960" cy="3200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945368" y="4549140"/>
            <a:ext cx="45720" cy="14630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991088" y="4578400"/>
            <a:ext cx="36576" cy="8778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027664" y="4607661"/>
            <a:ext cx="27432" cy="292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1036808" y="4421124"/>
            <a:ext cx="1188720" cy="402336"/>
          </a:xfrm>
          <a:prstGeom prst="roundRect">
            <a:avLst>
              <a:gd name="adj" fmla="val 6000"/>
            </a:avLst>
          </a:prstGeom>
          <a:solidFill>
            <a:srgbClr val="062206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0E676"/>
                </a:solidFill>
                <a:latin typeface="Calibri"/>
              </a:rPr>
              <a:t>✅  BREAK
done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4302252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E676"/>
                </a:solidFill>
                <a:latin typeface="Calibri"/>
              </a:rPr>
              <a:t>CONSENSUS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18488" y="4606290"/>
            <a:ext cx="5943600" cy="3200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572768" y="4549140"/>
            <a:ext cx="45720" cy="14630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536192" y="4578400"/>
            <a:ext cx="36576" cy="87782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527048" y="4607661"/>
            <a:ext cx="27432" cy="2926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511046" y="3707892"/>
            <a:ext cx="32004" cy="91440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527048" y="3691890"/>
            <a:ext cx="457200" cy="3200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984248" y="3634740"/>
            <a:ext cx="45720" cy="14630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029968" y="3664000"/>
            <a:ext cx="36576" cy="87782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66544" y="3693261"/>
            <a:ext cx="27432" cy="2926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709928" y="46588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BF00"/>
                </a:solidFill>
                <a:latin typeface="Calibri"/>
              </a:rPr>
              <a:t>CONTINUE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3046" y="5376672"/>
            <a:ext cx="32004" cy="137160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25896" y="5513832"/>
            <a:ext cx="146304" cy="45720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55156" y="5559552"/>
            <a:ext cx="87782" cy="36576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84417" y="5596128"/>
            <a:ext cx="29260" cy="27432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956048" y="5605272"/>
            <a:ext cx="2286000" cy="594360"/>
          </a:xfrm>
          <a:prstGeom prst="roundRect">
            <a:avLst>
              <a:gd name="adj" fmla="val 6000"/>
            </a:avLst>
          </a:prstGeom>
          <a:solidFill>
            <a:srgbClr val="180830"/>
          </a:solidFill>
          <a:ln w="19050">
            <a:solidFill>
              <a:srgbClr val="CC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CC77FF"/>
                </a:solidFill>
                <a:latin typeface="Calibri"/>
              </a:rPr>
              <a:t>📝  claude summary
kluczowe ustalenia + TASK: ekstrakcja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83046" y="6199632"/>
            <a:ext cx="32004" cy="137160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025896" y="6336792"/>
            <a:ext cx="146304" cy="45720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055156" y="6382512"/>
            <a:ext cx="87782" cy="36576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084417" y="6419088"/>
            <a:ext cx="29260" cy="27432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iamond 55"/>
          <p:cNvSpPr/>
          <p:nvPr/>
        </p:nvSpPr>
        <p:spPr>
          <a:xfrm>
            <a:off x="4727448" y="6428232"/>
            <a:ext cx="2743200" cy="685800"/>
          </a:xfrm>
          <a:prstGeom prst="diamond">
            <a:avLst/>
          </a:prstGeom>
          <a:solidFill>
            <a:srgbClr val="201200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BF00"/>
                </a:solidFill>
                <a:latin typeface="Calibri"/>
              </a:rPr>
              <a:t>TASK: lines
naleziono?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70648" y="6755130"/>
            <a:ext cx="365760" cy="3200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836408" y="6697980"/>
            <a:ext cx="45720" cy="14630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882128" y="6727240"/>
            <a:ext cx="36576" cy="87782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918704" y="6756501"/>
            <a:ext cx="27432" cy="2926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927848" y="6359652"/>
            <a:ext cx="2651760" cy="822960"/>
          </a:xfrm>
          <a:prstGeom prst="roundRect">
            <a:avLst>
              <a:gd name="adj" fmla="val 6000"/>
            </a:avLst>
          </a:prstGeom>
          <a:solidFill>
            <a:srgbClr val="10221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0E676"/>
                </a:solidFill>
                <a:latin typeface="Calibri"/>
              </a:rPr>
              <a:t>🤖  buttons:
"Deleguj do Jules"
jules new --repo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16368" y="64419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BF00"/>
                </a:solidFill>
                <a:latin typeface="Calibri"/>
              </a:rPr>
              <a:t>TAK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83046" y="7114032"/>
            <a:ext cx="32004" cy="137160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25896" y="7251192"/>
            <a:ext cx="146304" cy="45720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55156" y="7296912"/>
            <a:ext cx="87782" cy="36576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84417" y="7333488"/>
            <a:ext cx="29260" cy="27432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72200" y="7123176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69FDA"/>
                </a:solidFill>
                <a:latin typeface="Calibri"/>
              </a:rPr>
              <a:t>NIE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956048" y="7342632"/>
            <a:ext cx="2286000" cy="594360"/>
          </a:xfrm>
          <a:prstGeom prst="roundRect">
            <a:avLst>
              <a:gd name="adj" fmla="val 6000"/>
            </a:avLst>
          </a:prstGeom>
          <a:solidFill>
            <a:srgbClr val="062240"/>
          </a:solidFill>
          <a:ln w="19050">
            <a:solidFill>
              <a:srgbClr val="269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69FDA"/>
                </a:solidFill>
                <a:latin typeface="Calibri"/>
              </a:rPr>
              <a:t>📤  tg_send(summary)
do Telegrama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8136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E5FF"/>
                </a:solidFill>
                <a:latin typeface="Calibri"/>
              </a:rPr>
              <a:t>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7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 Review Pipeline — Auto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9BBF"/>
                </a:solidFill>
                <a:latin typeface="Calibri"/>
              </a:rPr>
              <a:t>cron co 5 minut · 1 PR per run · .reviewed_prs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1371600"/>
            <a:ext cx="2743200" cy="475488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8121E"/>
                </a:solidFill>
                <a:latin typeface="Calibri"/>
              </a:rPr>
              <a:t>⏰  cron  — każde 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184398" y="1847088"/>
            <a:ext cx="32004" cy="16459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27248" y="2011680"/>
            <a:ext cx="146304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56508" y="2057400"/>
            <a:ext cx="87782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85769" y="2093976"/>
            <a:ext cx="29260" cy="2743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45920" y="2103120"/>
            <a:ext cx="3108960" cy="621792"/>
          </a:xfrm>
          <a:prstGeom prst="roundRect">
            <a:avLst>
              <a:gd name="adj" fmla="val 6000"/>
            </a:avLst>
          </a:prstGeom>
          <a:solidFill>
            <a:srgbClr val="10101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🐙  gh pr list --repo mrBTL/VulnApp-Light
--state open  →  JSON: number · title · author · 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84398" y="2724912"/>
            <a:ext cx="32004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27248" y="2862072"/>
            <a:ext cx="146304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56508" y="2907792"/>
            <a:ext cx="8778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85769" y="2944368"/>
            <a:ext cx="292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1737360" y="2953512"/>
            <a:ext cx="2926080" cy="713232"/>
          </a:xfrm>
          <a:prstGeom prst="diamond">
            <a:avLst/>
          </a:prstGeom>
          <a:solidFill>
            <a:srgbClr val="280606"/>
          </a:solidFill>
          <a:ln w="19050">
            <a:solidFill>
              <a:srgbClr val="FF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6060"/>
                </a:solidFill>
                <a:latin typeface="Calibri"/>
              </a:rPr>
              <a:t>open PRs
existują?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3294126"/>
            <a:ext cx="457200" cy="32004"/>
          </a:xfrm>
          <a:prstGeom prst="rect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0" y="3236976"/>
            <a:ext cx="45720" cy="146304"/>
          </a:xfrm>
          <a:prstGeom prst="rect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66360" y="3266236"/>
            <a:ext cx="36576" cy="87782"/>
          </a:xfrm>
          <a:prstGeom prst="rect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02936" y="3295497"/>
            <a:ext cx="27432" cy="29260"/>
          </a:xfrm>
          <a:prstGeom prst="rect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12080" y="3090672"/>
            <a:ext cx="1371600" cy="438912"/>
          </a:xfrm>
          <a:prstGeom prst="ellipse">
            <a:avLst/>
          </a:prstGeom>
          <a:solidFill>
            <a:srgbClr val="20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6060"/>
                </a:solidFill>
                <a:latin typeface="Calibri"/>
              </a:rPr>
              <a:t>exit(0)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29992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060"/>
                </a:solidFill>
                <a:latin typeface="Calibri"/>
              </a:rPr>
              <a:t>NIE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84398" y="3666744"/>
            <a:ext cx="32004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7248" y="3803904"/>
            <a:ext cx="146304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56508" y="3849624"/>
            <a:ext cx="87782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85769" y="3886200"/>
            <a:ext cx="29260" cy="2743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73552" y="367588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676"/>
                </a:solidFill>
                <a:latin typeface="Calibri"/>
              </a:rPr>
              <a:t>TAK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45920" y="3895344"/>
            <a:ext cx="3108960" cy="621792"/>
          </a:xfrm>
          <a:prstGeom prst="roundRect">
            <a:avLst>
              <a:gd name="adj" fmla="val 6000"/>
            </a:avLst>
          </a:prstGeom>
          <a:solidFill>
            <a:srgbClr val="062008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E676"/>
                </a:solidFill>
                <a:latin typeface="Calibri"/>
              </a:rPr>
              <a:t>🔁  foreach PR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84398" y="4517136"/>
            <a:ext cx="32004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27248" y="4654296"/>
            <a:ext cx="146304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56508" y="4700016"/>
            <a:ext cx="87782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85769" y="4736592"/>
            <a:ext cx="29260" cy="2743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iamond 33"/>
          <p:cNvSpPr/>
          <p:nvPr/>
        </p:nvSpPr>
        <p:spPr>
          <a:xfrm>
            <a:off x="1737360" y="4745736"/>
            <a:ext cx="2926080" cy="713232"/>
          </a:xfrm>
          <a:prstGeom prst="diamond">
            <a:avLst/>
          </a:prstGeom>
          <a:solidFill>
            <a:srgbClr val="1E1400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BF00"/>
                </a:solidFill>
                <a:latin typeface="Calibri"/>
              </a:rPr>
              <a:t>PR# w
.reviewed_prs?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5086350"/>
            <a:ext cx="457200" cy="3200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20640" y="5029200"/>
            <a:ext cx="45720" cy="14630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66360" y="5058460"/>
            <a:ext cx="36576" cy="87782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202936" y="5087721"/>
            <a:ext cx="27432" cy="2926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212080" y="4882896"/>
            <a:ext cx="1371600" cy="438912"/>
          </a:xfrm>
          <a:prstGeom prst="roundRect">
            <a:avLst>
              <a:gd name="adj" fmla="val 6000"/>
            </a:avLst>
          </a:prstGeom>
          <a:solidFill>
            <a:srgbClr val="201400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BF00"/>
                </a:solidFill>
                <a:latin typeface="Calibri"/>
              </a:rPr>
              <a:t>skip
(już zrecenzowany)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4791456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BF00"/>
                </a:solidFill>
                <a:latin typeface="Calibri"/>
              </a:rPr>
              <a:t>TAK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84398" y="5458968"/>
            <a:ext cx="32004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127248" y="5596128"/>
            <a:ext cx="146304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156508" y="5641848"/>
            <a:ext cx="87782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185769" y="5678424"/>
            <a:ext cx="29260" cy="2743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73552" y="546811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676"/>
                </a:solidFill>
                <a:latin typeface="Calibri"/>
              </a:rPr>
              <a:t>NIE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645920" y="5687568"/>
            <a:ext cx="3108960" cy="621792"/>
          </a:xfrm>
          <a:prstGeom prst="roundRect">
            <a:avLst>
              <a:gd name="adj" fmla="val 6000"/>
            </a:avLst>
          </a:prstGeom>
          <a:solidFill>
            <a:srgbClr val="10101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📄  gh pr diff &lt;number&gt;
head -150  (truncated diff)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84398" y="6309360"/>
            <a:ext cx="32004" cy="137160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127248" y="6446520"/>
            <a:ext cx="146304" cy="45720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56508" y="6492240"/>
            <a:ext cx="87782" cy="36576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85769" y="6528816"/>
            <a:ext cx="29260" cy="27432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645920" y="6537960"/>
            <a:ext cx="3108960" cy="621792"/>
          </a:xfrm>
          <a:prstGeom prst="roundRect">
            <a:avLst>
              <a:gd name="adj" fmla="val 6000"/>
            </a:avLst>
          </a:prstGeom>
          <a:solidFill>
            <a:srgbClr val="16062C"/>
          </a:solidFill>
          <a:ln w="19050">
            <a:solidFill>
              <a:srgbClr val="CC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CC77FF"/>
                </a:solidFill>
                <a:latin typeface="Calibri"/>
              </a:rPr>
              <a:t>🤖  claude -p (no tools)
review: APPROVE / CHANGES NEEDED / CRITICAL
max 300 chars · agents.md context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84398" y="7159752"/>
            <a:ext cx="32004" cy="137160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127248" y="7296912"/>
            <a:ext cx="146304" cy="45720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156508" y="7342632"/>
            <a:ext cx="87782" cy="36576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185769" y="7379208"/>
            <a:ext cx="29260" cy="27432"/>
          </a:xfrm>
          <a:prstGeom prst="rect">
            <a:avLst/>
          </a:prstGeom>
          <a:solidFill>
            <a:srgbClr val="26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645920" y="7388352"/>
            <a:ext cx="3108960" cy="621792"/>
          </a:xfrm>
          <a:prstGeom prst="roundRect">
            <a:avLst>
              <a:gd name="adj" fmla="val 6000"/>
            </a:avLst>
          </a:prstGeom>
          <a:solidFill>
            <a:srgbClr val="062444"/>
          </a:solidFill>
          <a:ln w="19050">
            <a:solidFill>
              <a:srgbClr val="269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69FDA"/>
                </a:solidFill>
                <a:latin typeface="Calibri"/>
              </a:rPr>
              <a:t>📤  tg_send: PR# · title · review
/merge N  /close N  /comment N &lt;tekst&gt;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84398" y="8010144"/>
            <a:ext cx="32004" cy="13716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127248" y="8147304"/>
            <a:ext cx="146304" cy="4572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156508" y="8193024"/>
            <a:ext cx="87782" cy="36576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185769" y="8229600"/>
            <a:ext cx="29260" cy="27432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645920" y="8238744"/>
            <a:ext cx="3108960" cy="497433"/>
          </a:xfrm>
          <a:prstGeom prst="roundRect">
            <a:avLst>
              <a:gd name="adj" fmla="val 6000"/>
            </a:avLst>
          </a:prstGeom>
          <a:solidFill>
            <a:srgbClr val="221400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BF00"/>
                </a:solidFill>
                <a:latin typeface="Calibri"/>
              </a:rPr>
              <a:t>💾  echo PR# &gt;&gt; .reviewed_prs  →  exit(0)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9FDA"/>
                </a:solidFill>
                <a:latin typeface="Calibri"/>
              </a:rPr>
              <a:t>Wiadomość w Telegram: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95360" y="1645920"/>
            <a:ext cx="3291840" cy="2926080"/>
          </a:xfrm>
          <a:prstGeom prst="rect">
            <a:avLst/>
          </a:prstGeom>
          <a:solidFill>
            <a:srgbClr val="0F2844"/>
          </a:solidFill>
          <a:ln w="19050">
            <a:solidFill>
              <a:srgbClr val="269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32520" y="1737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9FDA"/>
                </a:solidFill>
                <a:latin typeface="Calibri"/>
              </a:rPr>
              <a:t>🤖 Jules PR #42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32520" y="19933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📝  Fix: SQL injection in search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32520" y="22494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32520" y="250545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77FF"/>
                </a:solidFill>
                <a:latin typeface="Calibri"/>
              </a:rPr>
              <a:t>🔍 Claude review: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32520" y="27614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CHANGES NEEDED — query not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32520" y="30175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parameterized, line 87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32520" y="32735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32520" y="352958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676"/>
                </a:solidFill>
                <a:latin typeface="Calibri"/>
              </a:rPr>
              <a:t>✅  /merge 42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32520" y="378561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060"/>
                </a:solidFill>
                <a:latin typeface="Calibri"/>
              </a:rPr>
              <a:t>❌  /close 42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32520" y="40416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BF00"/>
                </a:solidFill>
                <a:latin typeface="Calibri"/>
              </a:rPr>
              <a:t>✏️  /comment 42 &lt;tekst&gt;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86800" y="4846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F00"/>
                </a:solidFill>
                <a:latin typeface="Calibri"/>
              </a:rPr>
              <a:t>.reviewed_prs (state):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95360" y="5166360"/>
            <a:ext cx="3291840" cy="1097280"/>
          </a:xfrm>
          <a:prstGeom prst="rect">
            <a:avLst/>
          </a:prstGeom>
          <a:solidFill>
            <a:srgbClr val="0F2844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778240" y="52578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BBF"/>
                </a:solidFill>
                <a:latin typeface="Calibri"/>
              </a:rPr>
              <a:t>37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78240" y="541324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BBF"/>
                </a:solidFill>
                <a:latin typeface="Calibri"/>
              </a:rPr>
              <a:t>38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778240" y="556869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BBF"/>
                </a:solidFill>
                <a:latin typeface="Calibri"/>
              </a:rPr>
              <a:t>39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78240" y="572414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BBF"/>
                </a:solidFill>
                <a:latin typeface="Calibri"/>
              </a:rPr>
              <a:t>40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778240" y="58795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BBF"/>
                </a:solidFill>
                <a:latin typeface="Calibri"/>
              </a:rPr>
              <a:t>41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778240" y="60350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F00"/>
                </a:solidFill>
                <a:latin typeface="Calibri"/>
              </a:rPr>
              <a:t>42  ← nowy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88136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E5FF"/>
                </a:solidFill>
                <a:latin typeface="Calibri"/>
              </a:rPr>
              <a:t>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